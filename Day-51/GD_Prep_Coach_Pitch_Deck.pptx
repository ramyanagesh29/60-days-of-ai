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-326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84901-0B45-4C98-88E1-7F65D3B8866B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9AD7A-1CC5-4102-9CAE-25966DB60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04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4265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2926080" cy="292608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822960" cy="8229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5" name="Image 0" descr="icon_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13862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945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 PREP COACH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Group Discussions. Get AI Feedback. Land the Offer.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AI-powered, full-stack platform that turns GD practice into structured, measurable improvement.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ABTalks 60-Day Claude AI Challenge  •  10-Day Capstone  •  Built by Ramya 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5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6916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rounds, no real reason why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are eliminate-fast rounds. Rejection feedback is vague — "not assertive enough" — with nothing specific to fix.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5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16916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to practice with, on demand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 groups need 4-8 people and a moderator. Most students prep alone, right before the interview.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5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343400"/>
            <a:ext cx="502920" cy="50292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2976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prep is passive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videos and topic PDFs don't analyze what YOU actually said — there's no feedback loop.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5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343400"/>
            <a:ext cx="502920" cy="50292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2976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track improvement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49377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scores over time, students can't tell if they're actually getting better before the real round.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Prep Coach  |  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Prep Coach  |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3A3C6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3636"/>
            </a:avLst>
          </a:prstGeom>
          <a:solidFill>
            <a:srgbClr val="24265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6" name="Image 0" descr="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Students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campus placement drives (like the founder's own journey) — need structured, repeatable practice.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3636"/>
            </a:avLst>
          </a:prstGeom>
          <a:solidFill>
            <a:srgbClr val="24265A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920240"/>
            <a:ext cx="822960" cy="8229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11" name="Image 1" descr="icon_a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950" y="21177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971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361188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coordinators who want a self-serve tool they can point entire batches of students to.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520440" cy="4206240"/>
          </a:xfrm>
          <a:prstGeom prst="roundRect">
            <a:avLst>
              <a:gd name="adj" fmla="val 3636"/>
            </a:avLst>
          </a:prstGeom>
          <a:solidFill>
            <a:srgbClr val="24265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1920240"/>
            <a:ext cx="822960" cy="8229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16" name="Image 2" descr="icon_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5710" y="21177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971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Switchers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58200" y="361188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 prepping for panel/group interview rounds, without access to a live practice group.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Prep Coach  |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5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 real GD topic. Speak or type your response. Get an AI-scored, specific breakdown — instantly.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6FB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514600"/>
            <a:ext cx="685800" cy="68580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67919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Topic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GD topics across categories — current affairs, abstract, case-study.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54680" y="3474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83280" y="21945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4343400" y="2514600"/>
            <a:ext cx="685800" cy="68580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13" name="Image 1" descr="icon_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67919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1188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speak your answer — voice is transcribed live in the browser.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989320" y="3474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217920" y="21945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6FB"/>
          </a:solidFill>
          <a:ln/>
        </p:spPr>
      </p:sp>
      <p:sp>
        <p:nvSpPr>
          <p:cNvPr id="18" name="Shape 14"/>
          <p:cNvSpPr/>
          <p:nvPr/>
        </p:nvSpPr>
        <p:spPr>
          <a:xfrm>
            <a:off x="7178040" y="2514600"/>
            <a:ext cx="685800" cy="68580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19" name="Image 2" descr="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2679192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4652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evaluates clarity, structure, relevance &amp; assertiveness.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823960" y="3474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9052560" y="21945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6FB"/>
          </a:solidFill>
          <a:ln/>
        </p:spPr>
      </p:sp>
      <p:sp>
        <p:nvSpPr>
          <p:cNvPr id="24" name="Shape 19"/>
          <p:cNvSpPr/>
          <p:nvPr/>
        </p:nvSpPr>
        <p:spPr>
          <a:xfrm>
            <a:off x="10012680" y="2514600"/>
            <a:ext cx="685800" cy="68580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25" name="Image 3" descr="icon_tren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7272" y="2679192"/>
            <a:ext cx="356616" cy="35661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35440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28116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history, streaks, and weekly goals keep you improving.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Prep Coach  |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3A3C6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6" name="Image 0" descr="icon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800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190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Multi-User Auth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signup/login — every user's practice history is private and their own.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7373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11" name="Image 1" descr="icon_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366" y="18800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7190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Voice Input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way real GDs happen — speak naturally, transcribed live in-browser.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4630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17373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16" name="Image 2" descr="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6" y="18800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7190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AI-Scored Feedback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analyzes clarity, structure, relevance &amp; assertiveness — with specific tips, not vague comments.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21" name="Image 3" descr="icon_mess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439460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2336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Topic Library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2960" y="50292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GD topics, plus AI-generated fresh topics on demand.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2519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26" name="Image 4" descr="icon_tren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0366" y="439460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2336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History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17720" y="50292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saved with score &amp; feedback — see real progress over time.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30" name="Shape 23"/>
          <p:cNvSpPr/>
          <p:nvPr/>
        </p:nvSpPr>
        <p:spPr>
          <a:xfrm>
            <a:off x="8412480" y="42519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31" name="Image 5" descr="icon_z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5126" y="439460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2336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&amp; Goals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12480" y="50292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goals and practice streaks with in-app reminders keep you consistent.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Prep Coach  |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5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17373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6" name="Image 0" descr="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126" y="18800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topic browser, practice session UI, dashboard, history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5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17373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11" name="Image 1" descr="icon_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766" y="18800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2834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 — auth, sessions, AI orchestration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5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23760" y="17373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16" name="Image 2" descr="icon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406" y="18800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2834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(Atlas) — users, topics, practice attempts, scores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5256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5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58400" y="17373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21" name="Image 3" descr="icon_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1046" y="188000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235440" y="2834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— structured response analysis &amp; scoring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2976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A1B3A"/>
          </a:solidFill>
          <a:ln/>
        </p:spPr>
      </p:sp>
      <p:sp>
        <p:nvSpPr>
          <p:cNvPr id="26" name="Text 20"/>
          <p:cNvSpPr/>
          <p:nvPr/>
        </p:nvSpPr>
        <p:spPr>
          <a:xfrm>
            <a:off x="822960" y="42976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(React + Web Speech API)   →   Express REST API (JWT-protected)   →   MongoDB Atlas  +  Claude API (analysis)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5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Vercel (frontend)  •  Render (backend)  •  MongoDB Atlas (database) — 100% free-tier hosting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Prep Coach  |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3A3C6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6" name="Image 0" descr="icon_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800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190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Tone 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pace, pauses, and confidence directly from voice, not just transcribed text.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7373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11" name="Image 1" descr="icon_mes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366" y="18800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7190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GD Rooms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multi-user group practice with peers, not just solo sessions.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4630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17373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16" name="Image 2" descr="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6" y="18800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7190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Review Mode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12480" y="2514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human coach feedback layered on top of AI scoring.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21" name="Image 3" descr="icon_a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439460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2336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50292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benchmarking across topics and categories to drive engagement.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2519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26" name="Image 4" descr="icon_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0366" y="439460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2336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50292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Push/email notifications with full scheduling, beyond in-app banners.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24265A"/>
          </a:solidFill>
          <a:ln/>
        </p:spPr>
      </p:sp>
      <p:sp>
        <p:nvSpPr>
          <p:cNvPr id="30" name="Shape 23"/>
          <p:cNvSpPr/>
          <p:nvPr/>
        </p:nvSpPr>
        <p:spPr>
          <a:xfrm>
            <a:off x="8412480" y="4251960"/>
            <a:ext cx="594360" cy="59436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31" name="Image 5" descr="icon_trend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5126" y="439460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2336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Analytics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12480" y="50292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graphs and weak-area detection across all past attempts.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Prep Coach  |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914400" cy="914400"/>
          </a:xfrm>
          <a:prstGeom prst="ellipse">
            <a:avLst/>
          </a:prstGeom>
          <a:solidFill>
            <a:srgbClr val="7C6BFF"/>
          </a:solidFill>
          <a:ln/>
        </p:spPr>
      </p:sp>
      <p:pic>
        <p:nvPicPr>
          <p:cNvPr id="4" name="Image 0" descr="icon_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1338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who's ever frozen in a Group Discussion deserves a place to practice, fail safely, and improve — before it counts.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Prep Coach started as a response to three failed GD rounds. v1.0 turns that experience into a tool any student can use — built, tested, and deployed end-to-end in 10 days.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Ramya N  |  ABTalks 60-Day Claude AI Challenge — 10-Day 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699</Words>
  <Application>Microsoft Office PowerPoint</Application>
  <PresentationFormat>Custom</PresentationFormat>
  <Paragraphs>94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pravee</cp:lastModifiedBy>
  <cp:revision>1</cp:revision>
  <dcterms:created xsi:type="dcterms:W3CDTF">2026-08-22T00:44:32Z</dcterms:created>
  <dcterms:modified xsi:type="dcterms:W3CDTF">2026-08-22T00:56:30Z</dcterms:modified>
</cp:coreProperties>
</file>